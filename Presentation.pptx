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2937"/>
                </a:solidFill>
              </a:rPr>
              <a:t>Analysis 7/24/2025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Kano Model Competitive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Generated on 7/24/2025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Powered by KanoLens Multi-Agent Analysis System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Analysis covers 9 products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Evaluated across 125 key features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Target market: Product Managers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Analysis completed using AI-driven competitive research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Products Analyzed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1. V0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2. Replit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3. Cursor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4. more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5. CodeSandbox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6. Glitch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7. GitHub Codespaces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8. StackBlitz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9. AWS Cloud9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Kano Categories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delighter: 106 features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performance: 14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must-have: 5 features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Feature Analysis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Category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Strategic Priority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Have Benefits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</a:rPr>
                        <a:t>delighter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**AI-Powered Design Generation**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</a:rPr>
                        <a:t>delighter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**Responsive Design Support**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</a:rPr>
                        <a:t>delighter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**Seamless Integration with Modern Frameworks**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performance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**Serverless Architecture Support**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</a:rPr>
                        <a:t>delighter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**Security Features for Teams**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</a:rPr>
                        <a:t>must-have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**Collaboration and Knowledge Sharing**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</a:rPr>
                        <a:t>delighter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**Rapid Prototyping and Iteration**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performance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Strategic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Prioritize Must-Have features for competitive parity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Invest in Performance features for customer satisfaction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Develop Attractive features for differentiation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Evaluate ROI of Indifferent features carefully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Address any Reverse features immediately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KanoLens Multi-Agent Analysis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7/24/2025 - Kano Analysis</dc:title>
  <dc:subject>Competitive Analysis Presentation</dc:subject>
  <dc:creator>KanoLens</dc:creator>
  <cp:lastModifiedBy>KanoLens</cp:lastModifiedBy>
  <cp:revision>1</cp:revision>
  <dcterms:created xsi:type="dcterms:W3CDTF">2025-07-25T00:34:40Z</dcterms:created>
  <dcterms:modified xsi:type="dcterms:W3CDTF">2025-07-25T00:34:40Z</dcterms:modified>
</cp:coreProperties>
</file>